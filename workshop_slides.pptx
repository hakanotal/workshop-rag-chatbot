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NTIR WORKSHOP  ·  HANDS-ON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 Chatbot with RAG from Scratch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Guide to Retrieval-Augmented Generation,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and Hallucination Prevention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114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Hakan Tugrul 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 · Dept. of Information Sciences &amp; Technology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presenter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Student, Information Sciences &amp; Technology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LLMs, NLP, applied machine learning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9385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57800" y="19019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hallucination problem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LLMs confidently make things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6243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25877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the core pipeline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Augment → Generate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33101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57800" y="3273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+ verification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39959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39593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in Google Colab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end-to-end, live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end, you'll have a working agentic RAG chatbot in your browser.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hallucinate.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4114800" cy="292608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292608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EXAMPLE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New York lawyer used ChatGPT to draft a legal brief. It cited six court cases — all fabricated. The judge fined him $5,000."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v. Avianca, 2023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happen?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202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predict plausible text,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true text.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no internal notion of evidence or citation.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training data doesn't contain the answer, the model doesn't say "I don't know" — it invents something that sounds right.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is one of the strongest, cheapest defenses.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ways to give an LLM new knowledge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Stuff facts into the prompt directly. Works for small contexts, breaks at scale.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7472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model on your data. Great for style and tone, bad for facts that change.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600200"/>
            <a:ext cx="2743200" cy="30175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TOPIC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5508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relevant docs at query time, pass them in as context. Factual, updatable, auditable.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give the model an open-book exam instead of making it memorize.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RAG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294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6B72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" y="2286000"/>
            <a:ext cx="365760" cy="3657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44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60804" y="2697480"/>
            <a:ext cx="11887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98882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00300" y="2286000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003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8882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6684" y="2697480"/>
            <a:ext cx="11887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31470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26180" y="2286000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618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1470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(Top-K)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12564" y="2697480"/>
            <a:ext cx="11887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4058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C918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2060" y="2286000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206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4058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38444" y="2697480"/>
            <a:ext cx="11887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6646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C918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7940" y="2286000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794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6646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64324" y="2697480"/>
            <a:ext cx="11887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292340" y="2103120"/>
            <a:ext cx="11887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03820" y="228600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038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292340" y="2743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most relevant chunks → stuff them into the prompt → let the LLM generate an answer grounded in actual text.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slide in this deck. You should be able to draw it from memory.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Embeddings: turning meaning into math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meaning 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vectors.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2788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model maps text into a high-dimensional space (typically 384, 768, or 1536 dimensions).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"Cat" and "kitten" end up near each other. "Cat" and "airplane" end up far apart.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= cosine of the angle between vectors.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00200"/>
            <a:ext cx="393192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0" y="4343400"/>
            <a:ext cx="33832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0" y="1874520"/>
            <a:ext cx="0" cy="2468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77840" y="22402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2194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24688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2423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15000" y="274320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63840" y="397764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39319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98080" y="41605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35240" y="4114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space (simplified 2D projection)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workshop: we'll use nomic-embed-text (768-dim) via Ollama.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Chunking: where most RAG systems quietly die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Fixed-length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N characters. Fast. Breaks sentences mid-word.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56032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Sentence-based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at sentence boundaries. Better, but loses paragraph context.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paragraphs → sentences → words, with overlap. Balanced default.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4048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96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where meaning shifts (embedding similarity drops). Best quality, most compute.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600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KNOBS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760720" y="192024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19659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576072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chunk size (our default)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324612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5760720" y="4069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overlap (~12%)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chunks → bad retrieval → bad answers, no matter how smart the LLM is.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simple RAG to Agentic RAG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RAG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097280" y="1920240"/>
            <a:ext cx="256032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77440" y="239572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097280" y="2514600"/>
            <a:ext cx="256032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514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299008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97280" y="3108960"/>
            <a:ext cx="256032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77440" y="358444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97280" y="3703320"/>
            <a:ext cx="256032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600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 (what we'll build)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3520" y="1920240"/>
            <a:ext cx="329184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920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239572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303520" y="2514600"/>
            <a:ext cx="3291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Retriever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+ drafts answer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9440" y="299008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03520" y="3108960"/>
            <a:ext cx="3291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Verifier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claim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3584448"/>
            <a:ext cx="0" cy="11887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3520" y="3703320"/>
            <a:ext cx="3291840" cy="45720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Answer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catches hallucinations the single-pass system misses. Slower, more robust.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00200"/>
            <a:ext cx="73152" cy="1417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runtime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600200"/>
            <a:ext cx="73152" cy="1417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primitives &amp; glue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600200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ChromaDB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154680"/>
            <a:ext cx="73152" cy="1417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CrewAI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3154680"/>
            <a:ext cx="73152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2044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(3 lines of code)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3154680"/>
            <a:ext cx="73152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Ragas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008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open-source. Everything runs on a free Colab tier.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&amp; hallucination defenses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METRICS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claim supported by the retrieved context?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answer actually address the question?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retrieved chunks useful?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5176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all we needed?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DEFENSES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9659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 prompt — "answer only from context"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don't know" escape hatch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citations / direct quotes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agent (second LLM pass)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structured output, PII scrubbing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gets you 80%. The rest is verification, eval, and ops.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build — next 60 minutes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on Colab + deps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LLM chat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hallucination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8920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Frankenstein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recursive splitter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8660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 store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86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+ ChromaDB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5029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RAG chain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with strict grounding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9748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269748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9748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CrewAI: Retriever + Verifier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489204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chat UI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Public-shareable link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4944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8660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70866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compare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vs Simple vs Agentic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finale: we compare all three approaches head-to-head on real questions.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hakanotal.github.io/workshop-rag-chatbot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794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the workshop page in your browser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</a:t>
            </a:r>
            <a:pPr indent="0" marL="0">
              <a:buNone/>
            </a:pPr>
            <a:r>
              <a:rPr lang="en-US" sz="14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notebook in Colab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Runtime → Run all  (takes ~2-3 min)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Chatbot with RAG from Scratch</dc:title>
  <dc:subject>PptxGenJS Presentation</dc:subject>
  <dc:creator>Hakan Tugrul Otal</dc:creator>
  <cp:lastModifiedBy>Hakan Tugrul Otal</cp:lastModifiedBy>
  <cp:revision>1</cp:revision>
  <dcterms:created xsi:type="dcterms:W3CDTF">2026-04-19T19:31:45Z</dcterms:created>
  <dcterms:modified xsi:type="dcterms:W3CDTF">2026-04-19T19:31:45Z</dcterms:modified>
</cp:coreProperties>
</file>