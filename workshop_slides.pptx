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65760"/>
            <a:ext cx="274320" cy="274320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NTIR WORKSHOP  · 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Chatbot with RAG from Scratch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Guide to Retrieval-Augmented Generation,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and Hallucination Prevention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Hakan Tugrul 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 · Dept. of Information Sciences &amp; Technology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at Albany, SUNY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presenter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Student, Information Sciences &amp; Technology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LLMs, NLP, applied machine learning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at Albany, SUNY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600200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938528"/>
            <a:ext cx="365760" cy="36576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1901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hallucination problem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confidently make things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624328"/>
            <a:ext cx="365760" cy="36576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2587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the core pipeline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Augment → Generate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310128"/>
            <a:ext cx="365760" cy="36576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3273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+ verification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995928"/>
            <a:ext cx="365760" cy="36576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959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 Google Colab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end-to-end, live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you'll have a working agentic RAG chatbot in your browser.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hallucinate.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4114800" cy="292608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554480"/>
            <a:ext cx="73152" cy="2926080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EXAMPLE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New York lawyer used ChatGPT to draft a legal brief. It cited six court cases — all fabricated. The judge fined him $5,000."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v. Avianca, 2023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predict plausible text,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true text.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 internal notion of evidence or citation.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training data doesn't contain the answer, the model doesn't say "I don't know" — it invents something that sounds right.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one of the strongest, cheapest defenses.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give an LLM new knowledge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743200" cy="30175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28800"/>
            <a:ext cx="14630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facts into the prompt directly. Works for small contexts, breaks at scale.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743200" cy="30175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828800"/>
            <a:ext cx="1463040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on your data. Great for style and tone, bad for facts that change.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74320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828800"/>
            <a:ext cx="1463040" cy="256032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docs at query time, pass them in as context. Factual, updatable, auditable.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give the model an open-book exam instead of making it memorize.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RAG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2940" y="210312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" y="2286000"/>
            <a:ext cx="365760" cy="36576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44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60804" y="26974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88820" y="210312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0300" y="22860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03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8882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6684" y="26974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14700" y="210312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26180" y="22860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61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470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2564" y="26974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40580" y="210312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18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2060" y="2286000"/>
            <a:ext cx="365760" cy="36576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20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4058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38444" y="26974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66460" y="210312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18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7940" y="2286000"/>
            <a:ext cx="365760" cy="36576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79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6646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64324" y="26974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92340" y="210312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03820" y="228600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38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9234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most relevant chunks → stuff them into the prompt → let the LLM generate an answer grounded in actual text.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slide in this deck. You should be able to draw it from memory.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Embeddings: turning meaning into math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 meaning 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 vectors.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maps text into a high-dimensional space (typically 384, 768, or 1536 dimensions).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 and "kitten" end up near each other. "Cat" and "airplane" end up far apart.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cosine of the angle between vectors.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3931920" cy="30175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4343400"/>
            <a:ext cx="33832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874520"/>
            <a:ext cx="0" cy="24688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240280"/>
            <a:ext cx="109728" cy="109728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194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468880"/>
            <a:ext cx="109728" cy="109728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423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2743200"/>
            <a:ext cx="109728" cy="109728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370332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657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397764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931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416052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4389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(simplified 2D projection)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workshop: we'll use nomic-embed-text (768-dim) via Ollama.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Chunking: where most RAG systems quietly die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73152" cy="5029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N characters. Fast. Breaks sentences mid-word.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73152" cy="5029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Sentence-based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at sentence boundaries. Better, but loses paragraph context.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paragraphs → sentences → words, with overlap. Balanced default.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96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where meaning shifts (embedding similarity drops). Best quality, most compute.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KNOBS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1920240"/>
            <a:ext cx="3017520" cy="11887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7607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· chunk size (our default)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246120"/>
            <a:ext cx="3017520" cy="11887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576072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· overlap (~12%)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chunks → bad retrieval → bad answers, no matter how smart the LLM is.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simple RAG to Agentic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97280" y="1920240"/>
            <a:ext cx="256032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395728"/>
            <a:ext cx="0" cy="1188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97280" y="2514600"/>
            <a:ext cx="256032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990088"/>
            <a:ext cx="0" cy="1188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97280" y="3108960"/>
            <a:ext cx="256032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584448"/>
            <a:ext cx="0" cy="1188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7280" y="3703320"/>
            <a:ext cx="256032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600200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 (what we'll build)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1920240"/>
            <a:ext cx="329184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395728"/>
            <a:ext cx="0" cy="1188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03520" y="251460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Retriever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+ drafts answer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2990088"/>
            <a:ext cx="0" cy="1188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03520" y="310896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Verifier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claim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3584448"/>
            <a:ext cx="0" cy="1188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03520" y="3703320"/>
            <a:ext cx="329184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catches hallucinations the single-pass system misses. Slower, more robust.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0200"/>
            <a:ext cx="73152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runtime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00200"/>
            <a:ext cx="73152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primitives &amp; glue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ChromaDB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73152" cy="1417320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CrewAI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154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154680"/>
            <a:ext cx="73152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204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(3 lines of code)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154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15468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Ragas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open-source. Everything runs on a free Colab tier.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hallucination defenses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011680" cy="100584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supported by the retrieved context?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920240"/>
            <a:ext cx="2011680" cy="100584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actually address the question?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2011680" cy="100584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retrieved chunks useful?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3063240"/>
            <a:ext cx="2011680" cy="100584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retrieve all we needed?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600200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DEFENSES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 prompt — "answer only from context"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know" escape hatch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citations / direct quotes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 (second LLM pass)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structured output, PII scrubbing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gets you 80%. The rest is verification, eval, and ops.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build — next 60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on Colab + deps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974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 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hallucination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Frankenstein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recursive splitter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60020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08660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store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+ ChromaDB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 chain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with strict grounding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315468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26974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974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 Retriever + Verifier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48920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chat UI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Public-shareable link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315468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1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0866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vs Simple vs Agentic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finale: we compare all three approaches head-to-head on real questions.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274320" cy="274320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hakanotal.github.io/workshop-develop-rag-chatbot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the workshop page in your browser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Click </a:t>
            </a:r>
            <a:pPr indent="0" marL="0">
              <a:buNone/>
            </a:pPr>
            <a:r>
              <a:rPr lang="en-US" sz="14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notebook in Colab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Runtime → Run all  (takes ~2-3 min)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Chatbot with RAG from Scratch</dc:title>
  <dc:subject>PptxGenJS Presentation</dc:subject>
  <dc:creator>Hakan Tugrul Otal</dc:creator>
  <cp:lastModifiedBy>Hakan Tugrul Otal</cp:lastModifiedBy>
  <cp:revision>1</cp:revision>
  <dcterms:created xsi:type="dcterms:W3CDTF">2026-04-19T19:31:45Z</dcterms:created>
  <dcterms:modified xsi:type="dcterms:W3CDTF">2026-04-19T19:31:45Z</dcterms:modified>
</cp:coreProperties>
</file>